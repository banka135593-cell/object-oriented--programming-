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0564" cy="106923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73680" y="1012190"/>
            <a:ext cx="2019299" cy="238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5950" y="1645920"/>
            <a:ext cx="3789679" cy="172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F4761"/>
                </a:solidFill>
                <a:latin typeface="Aptos Display"/>
              </a:rPr>
              <a:t>SMART BILLING SYSTEM USING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94660"/>
            <a:ext cx="150622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NAME : B.JASMIN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79"/>
            <a:ext cx="21386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ROLL NO : 92500116021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71900"/>
            <a:ext cx="497078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SUBJECT : OBJECT ORIENTED PROGRAMMING WITH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1790"/>
            <a:ext cx="239522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SUBJECT CODE : 01AP0104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50410"/>
            <a:ext cx="11938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550">
                <a:solidFill>
                  <a:srgbClr val="000000"/>
                </a:solidFill>
                <a:latin typeface="Aptos"/>
              </a:rPr>
              <a:t>SEMESTER 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30170" y="1012190"/>
            <a:ext cx="230759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8950"/>
            <a:ext cx="534035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In many shops and supermarkets, billing is done using computerized systems that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74850"/>
            <a:ext cx="549656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instantly calculate the total cost of purchased products. This not only saves time but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0750"/>
            <a:ext cx="560450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also reduces human errors that can happen during manual calculation. A smart billing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05380"/>
            <a:ext cx="545592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system is a simple version of such software, designed to automatically compute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79370"/>
            <a:ext cx="2724150" cy="1854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final bill based on item price and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37510"/>
            <a:ext cx="568070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Creating a mini smart billing system using C++ is a great beginner-level project because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3410"/>
            <a:ext cx="572770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it connects programming concepts to a real-life problem. Through this project, you learn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70579"/>
            <a:ext cx="52806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how to take input from the user, perform mathematical calculations, use loops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42029"/>
            <a:ext cx="4293870" cy="186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handle multiple items, and display formatted output as a final bill.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2710"/>
            <a:ext cx="569214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Although this project is small, it introduces the core idea behind larger billing and point-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8610"/>
            <a:ext cx="554990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of-sale systems used in real stores. It shows how a computer program can repeatedly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3240"/>
            <a:ext cx="5698490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process data, keep a running total, and present the result clearly to the user. By building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47870"/>
            <a:ext cx="515366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this, students can better understand how programming can automate everyday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65040"/>
            <a:ext cx="101218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business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12190"/>
            <a:ext cx="235585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SOURCE CODE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8950"/>
            <a:ext cx="134873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#include &lt;iostream&gt;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76450"/>
            <a:ext cx="144018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using namespace std;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10180"/>
            <a:ext cx="6959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int main() 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319" y="3026410"/>
            <a:ext cx="32893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int n;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319" y="3303270"/>
            <a:ext cx="1301750" cy="1866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float price, total = 0;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319" y="3662679"/>
            <a:ext cx="4483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int qty;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590" y="4296410"/>
            <a:ext cx="220852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cout &lt;&lt; "Enter number of items: ";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590" y="4613910"/>
            <a:ext cx="55117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cin &gt;&gt; n;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319" y="5247640"/>
            <a:ext cx="14998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for(int i = 1; i &lt;= n; i++)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5565140"/>
            <a:ext cx="21793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cout &lt;&lt; "\nItem " &lt;&lt; i &lt;&lt; " price: ";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5882640"/>
            <a:ext cx="800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cin &gt;&gt; price;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6198870"/>
            <a:ext cx="22491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cout &lt;&lt; "Item " &lt;&lt; i &lt;&lt; " quantity: ";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6516370"/>
            <a:ext cx="6705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cin &gt;&gt; qty;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7150100"/>
            <a:ext cx="12369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total += price * qty;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590" y="7466330"/>
            <a:ext cx="45719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590" y="8102600"/>
            <a:ext cx="254127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cout &lt;&lt; "\nTotal Bill = " &lt;&lt; total &lt;&lt; endl;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319" y="8421370"/>
            <a:ext cx="55626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return 0;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736330"/>
            <a:ext cx="45719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12190"/>
            <a:ext cx="135128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OUTPUT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8950"/>
            <a:ext cx="16116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Enter number of items: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92680"/>
            <a:ext cx="101091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Item 1 price: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10180"/>
            <a:ext cx="11353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Item 1 quantity: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46450"/>
            <a:ext cx="101091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Item 2 price: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2679"/>
            <a:ext cx="11353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Item 2 quantity: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6410"/>
            <a:ext cx="937260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Total Bill = 230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55900" y="1012190"/>
            <a:ext cx="2054860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750">
                <a:solidFill>
                  <a:srgbClr val="000000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7680"/>
            <a:ext cx="534162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This mini smart billing system proves that even a short C++ program can perform 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74850"/>
            <a:ext cx="567309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useful and practical job. By combining user input, loops, and arithmetic operations, the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0750"/>
            <a:ext cx="563753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program quickly generates a correct total bill without manual calculation. This reduces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05380"/>
            <a:ext cx="514985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mistakes, improves speed, and demonstrates the power of automation through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1280"/>
            <a:ext cx="91693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programming.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38780"/>
            <a:ext cx="553720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More importantly, this project builds a strong foundation for larger applications. From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3410"/>
            <a:ext cx="539242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here, you can extend the program to include extra features such as product names,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69310"/>
            <a:ext cx="568833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item-wise totals, discounts, GST/tax calculation, invoice numbers, or saving the bill to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42029"/>
            <a:ext cx="1409700" cy="186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file for future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02710"/>
            <a:ext cx="533146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In summary, this small project is an excellent starting point for understanding how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7340"/>
            <a:ext cx="541274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software can be used in business and retail environments. It strengthens basic C++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3240"/>
            <a:ext cx="5313680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skills while showing a clear real-world use case, encouraging you to develop more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47870"/>
            <a:ext cx="339852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200">
                <a:solidFill>
                  <a:srgbClr val="000000"/>
                </a:solidFill>
                <a:latin typeface="Aptos"/>
              </a:rPr>
              <a:t>advanced and smarter billing solutions in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